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66" d="100"/>
          <a:sy n="166" d="100"/>
        </p:scale>
        <p:origin x="-36" y="-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2F469-72D7-4562-8982-42DE0667F7C0}" type="datetimeFigureOut">
              <a:rPr lang="pt-BR" smtClean="0"/>
              <a:t>05/03/2026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98F921-F7CA-4C4B-AF8A-A1F13D974E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7448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49040" y="457200"/>
            <a:ext cx="1645920" cy="1645920"/>
          </a:xfrm>
          <a:prstGeom prst="ellipse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49040" y="50292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🔒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22860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Secrets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3200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JAMAIS colocar senhas diretamente no código?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4160520"/>
            <a:ext cx="2743200" cy="50292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4160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B  —  CI/CD com GitHub Actions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Real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1920240"/>
          </a:xfrm>
          <a:prstGeom prst="rect">
            <a:avLst/>
          </a:prstGeom>
          <a:solidFill>
            <a:srgbClr val="1C2128"/>
          </a:solidFill>
          <a:ln w="12700">
            <a:solidFill>
              <a:srgbClr val="DA36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A3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Código com senha exposta no repositório: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config.py
</a:t>
            </a: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DATABASE_URL</a:t>
            </a: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5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"postgresql://admin:</a:t>
            </a:r>
            <a:r>
              <a:rPr lang="en-US" sz="1500" b="1" dirty="0">
                <a:solidFill>
                  <a:srgbClr val="DA3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SENHA_SUPER_SECRETA_123</a:t>
            </a:r>
            <a:r>
              <a:rPr lang="en-US" sz="15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@db.empresa.com/producao"
</a:t>
            </a: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API_KEY</a:t>
            </a: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5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"sk-abc123xyz789SEGREDO"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2880360"/>
            <a:ext cx="2834640" cy="1874520"/>
          </a:xfrm>
          <a:prstGeom prst="rect">
            <a:avLst/>
          </a:prstGeom>
          <a:solidFill>
            <a:srgbClr val="161B22"/>
          </a:solidFill>
          <a:ln w="12700">
            <a:solidFill>
              <a:srgbClr val="DA3633"/>
            </a:solidFill>
            <a:prstDash val="solid"/>
          </a:ln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29260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34290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A3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varrem o GitHub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8404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Scanners automatizados encontram credenciais em segundos após o push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27832" y="2880360"/>
            <a:ext cx="2834640" cy="187452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27832" y="29260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27832" y="34290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Prejuízo financeiro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19272" y="38404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AWS/GCP com fatura de R$ 50.000 em horas por uso indevido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81344" y="2880360"/>
            <a:ext cx="2834640" cy="18745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9F47"/>
            </a:solidFill>
            <a:prstDash val="solid"/>
          </a:ln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81344" y="29260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📰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181344" y="34290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9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reais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72784" y="38404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Toyota, Samsung, Twitch — todas já sofreram com vazamentos de credenciais no GitHub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O que são GitHub Secrets?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914400"/>
          </a:xfrm>
          <a:prstGeom prst="rect">
            <a:avLst/>
          </a:prstGeom>
          <a:solidFill>
            <a:srgbClr val="0D2818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41248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são variáveis de ambiente criptografadas armazenadas no GitHub.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 repositório pode acessá-las — não aparecem em logs, não ficam no código.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274320" y="1874520"/>
            <a:ext cx="859536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874520"/>
            <a:ext cx="109728" cy="804672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202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Repository Secrets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26771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Acessíveis apenas naquele repositório específico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2834640"/>
            <a:ext cx="859536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834640"/>
            <a:ext cx="109728" cy="80467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8803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Environment Secrets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322783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Limitados a ambientes como 'production' ou 'staging'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3794760"/>
            <a:ext cx="859536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794760"/>
            <a:ext cx="109728" cy="80467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8404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Organization Secrets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418795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Compartilhados entre múltiplos repos da organização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6360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Uma vez salvo, o valor do Secret NUNCA mais é exibido — nem para o próprio criador.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Como usar Secrets no Workflow (.yml)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Cadastrar no GitHub  (Settings → Secrets → Actions → New)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74320" y="117043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Referenciar no arquivo de workflow: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90472"/>
            <a:ext cx="8595360" cy="2011680"/>
          </a:xfrm>
          <a:prstGeom prst="rect">
            <a:avLst/>
          </a:prstGeom>
          <a:solidFill>
            <a:srgbClr val="1C2128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27048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Deploy para Producao
</a:t>
            </a: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[push]
</a:t>
            </a: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Conectar ao banco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env: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DB_PASS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250" b="1" dirty="0">
                <a:solidFill>
                  <a:srgbClr val="2EA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${{ secrets.DB_PASSWORD }}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API_KEY: 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EA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${{ secrets.API_KEY }}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3566160"/>
            <a:ext cx="8595360" cy="475488"/>
          </a:xfrm>
          <a:prstGeom prst="rect">
            <a:avLst/>
          </a:prstGeom>
          <a:solidFill>
            <a:srgbClr val="0D2818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58444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 log do Actions, o valor aparece como  ***  — jamais o valor real!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411480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A3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Nunca imprima o secret com  echo $DB_PASSWORD  — isso vaza nos logs!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Boas Práticas &amp; O que NUNCA fazer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4160520" cy="384048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0467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FAZER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4160520" cy="594360"/>
          </a:xfrm>
          <a:prstGeom prst="rect">
            <a:avLst/>
          </a:prstGeom>
          <a:solidFill>
            <a:srgbClr val="0D2818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61872"/>
            <a:ext cx="3913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Guardar senhas, tokens e chaves em Secrets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28600" y="1911096"/>
            <a:ext cx="4160520" cy="594360"/>
          </a:xfrm>
          <a:prstGeom prst="rect">
            <a:avLst/>
          </a:prstGeom>
          <a:solidFill>
            <a:srgbClr val="0D2818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938528"/>
            <a:ext cx="3913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Usar .gitignore para arquivos .env locais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28600" y="2587752"/>
            <a:ext cx="4160520" cy="594360"/>
          </a:xfrm>
          <a:prstGeom prst="rect">
            <a:avLst/>
          </a:prstGeom>
          <a:solidFill>
            <a:srgbClr val="0D2818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615184"/>
            <a:ext cx="3913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Rotacionar secrets periodicamente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28600" y="3264408"/>
            <a:ext cx="4160520" cy="594360"/>
          </a:xfrm>
          <a:prstGeom prst="rect">
            <a:avLst/>
          </a:prstGeom>
          <a:solidFill>
            <a:srgbClr val="0D2818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3291840"/>
            <a:ext cx="3913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Usar Environment Secrets para produção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28600" y="3941064"/>
            <a:ext cx="4160520" cy="594360"/>
          </a:xfrm>
          <a:prstGeom prst="rect">
            <a:avLst/>
          </a:prstGeom>
          <a:solidFill>
            <a:srgbClr val="0D2818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3968496"/>
            <a:ext cx="3913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Revisar acessos ao repositório regularmente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54880" y="804672"/>
            <a:ext cx="4160520" cy="384048"/>
          </a:xfrm>
          <a:prstGeom prst="rect">
            <a:avLst/>
          </a:prstGeom>
          <a:solidFill>
            <a:srgbClr val="DA3633"/>
          </a:solidFill>
          <a:ln w="12700">
            <a:solidFill>
              <a:srgbClr val="DA36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80467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NUNCA FAZER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754880" y="1234440"/>
            <a:ext cx="4160520" cy="594360"/>
          </a:xfrm>
          <a:prstGeom prst="rect">
            <a:avLst/>
          </a:prstGeom>
          <a:solidFill>
            <a:srgbClr val="1C0000"/>
          </a:solidFill>
          <a:ln w="12700">
            <a:solidFill>
              <a:srgbClr val="DA36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1261872"/>
            <a:ext cx="3913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Colocar senhas diretamente no código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54880" y="1911096"/>
            <a:ext cx="4160520" cy="594360"/>
          </a:xfrm>
          <a:prstGeom prst="rect">
            <a:avLst/>
          </a:prstGeom>
          <a:solidFill>
            <a:srgbClr val="1C0000"/>
          </a:solidFill>
          <a:ln w="12700">
            <a:solidFill>
              <a:srgbClr val="DA36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1938528"/>
            <a:ext cx="3913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Commitar arquivos .env no repositório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54880" y="2587752"/>
            <a:ext cx="4160520" cy="594360"/>
          </a:xfrm>
          <a:prstGeom prst="rect">
            <a:avLst/>
          </a:prstGeom>
          <a:solidFill>
            <a:srgbClr val="1C0000"/>
          </a:solidFill>
          <a:ln w="12700">
            <a:solidFill>
              <a:srgbClr val="DA36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2615184"/>
            <a:ext cx="3913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Passar secrets via echo ou print no log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54880" y="3264408"/>
            <a:ext cx="4160520" cy="594360"/>
          </a:xfrm>
          <a:prstGeom prst="rect">
            <a:avLst/>
          </a:prstGeom>
          <a:solidFill>
            <a:srgbClr val="1C0000"/>
          </a:solidFill>
          <a:ln w="12700">
            <a:solidFill>
              <a:srgbClr val="DA36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291840"/>
            <a:ext cx="3913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Usar secrets em Pull Requests de forks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754880" y="3941064"/>
            <a:ext cx="4160520" cy="594360"/>
          </a:xfrm>
          <a:prstGeom prst="rect">
            <a:avLst/>
          </a:prstGeom>
          <a:solidFill>
            <a:srgbClr val="1C0000"/>
          </a:solidFill>
          <a:ln w="12700">
            <a:solidFill>
              <a:srgbClr val="DA36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968496"/>
            <a:ext cx="3913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Compartilhar secrets por Slack ou e-mail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5486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🔒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Resumindo: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= cofre digital do GitHub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706624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Criptografados e invisíveis nos logs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310128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Acessados via  ${{ secrets.NOME }}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913632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A3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no código = brecha aberta para o mundo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0" y="4736592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B — GitHub Actions CI/CD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352</Words>
  <Application>Microsoft Office PowerPoint</Application>
  <PresentationFormat>Apresentação na tela (16:9)</PresentationFormat>
  <Paragraphs>69</Paragraphs>
  <Slides>6</Slides>
  <Notes>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7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Secrets - Grupo B</dc:title>
  <dc:subject>PptxGenJS Presentation</dc:subject>
  <dc:creator>PptxGenJS</dc:creator>
  <cp:lastModifiedBy>RPV</cp:lastModifiedBy>
  <cp:revision>3</cp:revision>
  <dcterms:created xsi:type="dcterms:W3CDTF">2026-03-05T21:55:07Z</dcterms:created>
  <dcterms:modified xsi:type="dcterms:W3CDTF">2026-03-05T22:15:36Z</dcterms:modified>
</cp:coreProperties>
</file>